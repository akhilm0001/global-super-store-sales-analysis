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2129790" y="1204595"/>
            <a:ext cx="8192135" cy="3065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en-US" altLang="en-GB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G</a:t>
            </a:r>
            <a:r>
              <a:rPr lang="en-IN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LOBAL</a:t>
            </a:r>
            <a:r>
              <a:rPr lang="en-US" altLang="en-GB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S</a:t>
            </a:r>
            <a:r>
              <a:rPr lang="en-IN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UPER</a:t>
            </a:r>
            <a:r>
              <a:rPr lang="en-US" altLang="en-GB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S</a:t>
            </a:r>
            <a:r>
              <a:rPr lang="en-IN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TORE</a:t>
            </a:r>
            <a:r>
              <a:rPr lang="en-US" altLang="en-GB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S</a:t>
            </a:r>
            <a:r>
              <a:rPr lang="en-IN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ALES ANALYSIS</a:t>
            </a:r>
            <a:endParaRPr lang="en-US" altLang="en-GB" sz="4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374140" y="500570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Guided by</a:t>
            </a:r>
            <a:endParaRPr lang="en-IN" altLang="en-GB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GB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Rakesh O V</a:t>
            </a:r>
            <a:endParaRPr lang="en-IN" altLang="en-GB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182610" y="5005705"/>
            <a:ext cx="3508375" cy="829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None/>
            </a:pPr>
            <a:r>
              <a:rPr lang="en-IN" altLang="en-GB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Presented by</a:t>
            </a:r>
            <a:endParaRPr lang="en-IN" altLang="en-GB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en-IN" altLang="en-GB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Akhil M</a:t>
            </a:r>
            <a:endParaRPr lang="en-IN" altLang="en-GB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75920" y="275590"/>
            <a:ext cx="5025390" cy="650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Why This Project?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76555" y="1040130"/>
            <a:ext cx="11069320" cy="5112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Retail businesses generate large volumes of sales data.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Raw data does not clearly reveal business performance.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This project transforms raw data into meaningful insights.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It identifies sales trends, product performance, customer patterns, and regional performance.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These insights support data-driven business decisions.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19710" y="224155"/>
            <a:ext cx="4585970" cy="619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46685" y="934085"/>
            <a:ext cx="11309350" cy="5239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Analyze overall sales, profit, orders, and customer performance.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Identify top and bottom-performing products and categories.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Evaluate sales and profit trends over time.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Compare regional sales and profit performance.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Understand customer age-group purchasing patterns.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29235" y="222885"/>
            <a:ext cx="5789295" cy="639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About the Data &amp; Methodology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00990" y="1186815"/>
            <a:ext cx="8195945" cy="2698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en-GB" sz="2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About the Data</a:t>
            </a:r>
            <a:endParaRPr lang="en-US" altLang="en-GB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Source: Kaggle — Indian Retail Store Data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Period: 2019–2023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Retail transaction data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Sales, profit, products, customers, location &amp; shipping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71475" y="4208780"/>
            <a:ext cx="9060815" cy="181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en-GB" sz="2600">
                <a:latin typeface="Times New Roman" panose="02020603050405020304" charset="0"/>
                <a:cs typeface="Times New Roman" panose="02020603050405020304" charset="0"/>
              </a:rPr>
              <a:t>Methodology</a:t>
            </a:r>
            <a:endParaRPr lang="en-US" altLang="en-GB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Data Collection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 EDA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 SQL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 Power BI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 Insights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64160" y="227965"/>
            <a:ext cx="4923155" cy="739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Key Insights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64160" y="1077595"/>
            <a:ext cx="11522710" cy="5301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200" b="1">
                <a:latin typeface="Times New Roman" panose="02020603050405020304" charset="0"/>
                <a:cs typeface="Times New Roman" panose="02020603050405020304" charset="0"/>
              </a:rPr>
              <a:t>₹</a:t>
            </a:r>
            <a:r>
              <a:rPr lang="en-US" altLang="en-GB" sz="2200" b="1">
                <a:latin typeface="Times New Roman" panose="02020603050405020304" charset="0"/>
                <a:cs typeface="Times New Roman" panose="02020603050405020304" charset="0"/>
              </a:rPr>
              <a:t>2.51B in sales</a:t>
            </a: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 and </a:t>
            </a:r>
            <a:r>
              <a:rPr lang="en-US" altLang="en-US" sz="2200" b="1">
                <a:latin typeface="Times New Roman" panose="02020603050405020304" charset="0"/>
                <a:cs typeface="Times New Roman" panose="02020603050405020304" charset="0"/>
              </a:rPr>
              <a:t>₹</a:t>
            </a:r>
            <a:r>
              <a:rPr lang="en-US" altLang="en-GB" sz="2200" b="1">
                <a:latin typeface="Times New Roman" panose="02020603050405020304" charset="0"/>
                <a:cs typeface="Times New Roman" panose="02020603050405020304" charset="0"/>
              </a:rPr>
              <a:t>375.53M in profit</a:t>
            </a: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 were generated across the analysis period.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200" b="1">
                <a:latin typeface="Times New Roman" panose="02020603050405020304" charset="0"/>
                <a:cs typeface="Times New Roman" panose="02020603050405020304" charset="0"/>
              </a:rPr>
              <a:t>Sales remained highly stable </a:t>
            </a: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from 2019 to 2023, with annual sales close to 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₹</a:t>
            </a: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500M.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200" b="1">
                <a:latin typeface="Times New Roman" panose="02020603050405020304" charset="0"/>
                <a:cs typeface="Times New Roman" panose="02020603050405020304" charset="0"/>
              </a:rPr>
              <a:t>Q3 recorded the highest quarterly sales</a:t>
            </a: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 at approximately 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₹</a:t>
            </a: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632.39M.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200" b="1">
                <a:latin typeface="Times New Roman" panose="02020603050405020304" charset="0"/>
                <a:cs typeface="Times New Roman" panose="02020603050405020304" charset="0"/>
              </a:rPr>
              <a:t>Sessional Fruits &amp; Vegetables </a:t>
            </a: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recorded the highest category sales at approximately 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₹</a:t>
            </a: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419.94M.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200" b="1">
                <a:latin typeface="Times New Roman" panose="02020603050405020304" charset="0"/>
                <a:cs typeface="Times New Roman" panose="02020603050405020304" charset="0"/>
              </a:rPr>
              <a:t>Mops </a:t>
            </a: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was the leading sub-category by sales, contributing approximately 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₹</a:t>
            </a: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109.57M.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200" b="1">
                <a:latin typeface="Times New Roman" panose="02020603050405020304" charset="0"/>
                <a:cs typeface="Times New Roman" panose="02020603050405020304" charset="0"/>
              </a:rPr>
              <a:t>Rajasthan</a:t>
            </a: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 recorded the highest state-level sales at approximately 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₹</a:t>
            </a: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255.85M.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200" b="1">
                <a:latin typeface="Times New Roman" panose="02020603050405020304" charset="0"/>
                <a:cs typeface="Times New Roman" panose="02020603050405020304" charset="0"/>
              </a:rPr>
              <a:t>Senior customers</a:t>
            </a: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 contributed the highest share of sales at approximately 29.07%.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33045" y="198120"/>
            <a:ext cx="4339590" cy="611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Recommendations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33045" y="1099185"/>
            <a:ext cx="10662285" cy="5443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Prioritize high-performing products and sub-categories</a:t>
            </a: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 to sustain strong sales performance.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Strengthen sales strategies during high-performing periods</a:t>
            </a: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, particularly Q3.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Improve lower-performing categories</a:t>
            </a: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, especially Furniture, through targeted promotions and product strategies.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Focus customer strategies on high-contributing age groups</a:t>
            </a: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, particularly Senior customers.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Monitor regional and state-level performance</a:t>
            </a: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 to identify opportunities for growth in weaker markets.</a:t>
            </a:r>
            <a:endParaRPr lang="en-GB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64160" y="208280"/>
            <a:ext cx="4573270" cy="590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63525" y="1120140"/>
            <a:ext cx="11131550" cy="4598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The analysis provides a clear view of sales, profitability, product performance, customer purchasing patterns, and regional performance.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The Power BI dashboard enables interactive analysis of key business metrics across different products, categories, time periods, customers, and locations.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The project demonstrates how data analysis and visualization can transform retail data into meaningful insights and support data-driven business decision-making.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-635" y="0"/>
            <a:ext cx="12192635" cy="685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sz="8800" b="1" spc="5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THANK YOU</a:t>
            </a:r>
            <a:endParaRPr lang="en-US" sz="8800" b="1" cap="none" spc="50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IN" altLang="en-GB" sz="8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2437</Words>
  <Application>WPS Presentation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Times New Roman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akhil</dc:creator>
  <cp:lastModifiedBy>Akhil</cp:lastModifiedBy>
  <cp:revision>7</cp:revision>
  <dcterms:created xsi:type="dcterms:W3CDTF">2025-07-23T00:59:00Z</dcterms:created>
  <dcterms:modified xsi:type="dcterms:W3CDTF">2026-10-19T14:44:47Z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B0C8129D3F7448DB9F475FF86F0C9C3B_11</vt:lpwstr>
  </property>
  <property fmtid="{D5CDD505-2E9C-101B-9397-08002B2CF9AE}" pid="3" name="KSOProductBuildVer">
    <vt:lpwstr>1033-12.1.0.28096</vt:lpwstr>
  </property>
</Properties>
</file>